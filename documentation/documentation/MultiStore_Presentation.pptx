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MultiStore Stock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&amp; Tests — Personne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3611880"/>
            <a:ext cx="5486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Node.js • React.js • Flutter • MongoDB • JWT Auth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365760"/>
            <a:ext cx="1463040" cy="146304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1463040"/>
            <a:ext cx="1188720" cy="118872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286000"/>
            <a:ext cx="2011680" cy="292608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projet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objectifs,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Entités, relations, base de données MongoDB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authentification, exemples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9728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tests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intégration, E2E, couverture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8600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331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8348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GitHub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dépôt, branches, CI/CD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Système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la gestion des stocks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plusieurs succursales indépendantes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Transférer le stock entre magasins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 sur stock bas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automatique lors des ventes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vue globale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73152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149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728216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28216"/>
            <a:ext cx="7315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029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Next.js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496312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496312"/>
            <a:ext cx="73152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551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264408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64408"/>
            <a:ext cx="73152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319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4032504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4032504"/>
            <a:ext cx="73152" cy="658368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087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334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ER — Modèle de Données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347472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50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316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46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613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(admin/manager)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branchId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911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6517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950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316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5316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746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9613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176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65176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950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316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15316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1746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19613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176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unitPrice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3911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108960"/>
            <a:ext cx="26517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145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7261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branchId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1559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minStock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5857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updatedAt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310896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145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91840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37261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fromBranch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9184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toBranch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91840" y="41559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91840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91840" y="45857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91840" y="4800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310896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3108960"/>
            <a:ext cx="26517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0" y="3145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17920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_id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37261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branchId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items[]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17920" y="41559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7920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userId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0" y="45857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createdAt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600200" y="269748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480560" y="269748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600200" y="2697480"/>
            <a:ext cx="28803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REST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59436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624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80360" y="1344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59436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196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" y="1801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→ JWT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344168"/>
            <a:ext cx="594360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624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04688" y="1344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/api/branches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60920" y="13441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succursales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801368"/>
            <a:ext cx="59436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8196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04688" y="1801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/api/branches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0920" y="1801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succursale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258568"/>
            <a:ext cx="594360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2768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04688" y="2258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/api/branches/:id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2258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063240"/>
            <a:ext cx="41148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3447288"/>
            <a:ext cx="594360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4655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4128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/api/inventory/:branchId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80360" y="34472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par succursale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904488"/>
            <a:ext cx="5943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9227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3904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/api/inventory/:id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80360" y="39044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le stock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3063240"/>
            <a:ext cx="41148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447288"/>
            <a:ext cx="59436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4655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04688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/api/transfers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60920" y="34472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Initier un transfert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904488"/>
            <a:ext cx="594360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4846320" y="39227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04688" y="3904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/api/transfers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60920" y="39044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transferts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Tests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Outil: Jest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1417320"/>
            <a:ext cx="64008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Services métier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Fonctions utilitaires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Validation des données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960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188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Outil: Supertest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1417320"/>
            <a:ext cx="64008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Routes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Middleware auth JWT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Connexion MongoDB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960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1188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Outil: Cypress / Detox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92440" y="1417320"/>
            <a:ext cx="64008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Parcours utilisateur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Login → Vente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Transfert de stock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3977640"/>
            <a:ext cx="6876288" cy="548640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couverture de code : 80%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multistore-stock-system/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backend/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src/ → routes/, controllers/, models/, middleware/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frontend/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src/ → pages/, components/, hooks/, api/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mobile/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lib/ → screens/, widgets/, services/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database/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schemas/, seeders/, migrations/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documentation/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api-docs.md, ER-diagram.svg, test-report.md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914400"/>
            <a:ext cx="374904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Git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⬤ main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⬤ develop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020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⬤ feature/*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020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fonctionnalités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368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⬤ hotfix/*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368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urgentes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063240"/>
            <a:ext cx="374904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49300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Actions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7673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Tests automatiques (push)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404164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 &amp; Deploy staging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43159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ESLint + Prettier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— Personne 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84048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Diagramme ER (SVG + PDF)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84048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15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PowerPoint de présentation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384048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21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Documentation API REST (Markdown)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384048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709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Rapports de tests (Jest + Cypress)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560320"/>
            <a:ext cx="384048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715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Organisation GitHub complète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CS27 — 10 jours de développement intensif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MultiStore Stock Management System</dc:title>
  <dc:subject>PptxGenJS Presentation</dc:subject>
  <dc:creator>Personne 5 - Documentation &amp; Tests</dc:creator>
  <cp:lastModifiedBy>Personne 5 - Documentation &amp; Tests</cp:lastModifiedBy>
  <cp:revision>1</cp:revision>
  <dcterms:created xsi:type="dcterms:W3CDTF">2026-03-09T23:53:23Z</dcterms:created>
  <dcterms:modified xsi:type="dcterms:W3CDTF">2026-03-09T23:53:23Z</dcterms:modified>
</cp:coreProperties>
</file>